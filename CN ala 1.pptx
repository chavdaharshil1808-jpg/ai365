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9A4230F-6500-4161-B56D-C48CDB2EEFF5}"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36BAC1-9F78-4101-B709-D6A0C9A05B54}" type="slidenum">
              <a:rPr lang="en-US" smtClean="0"/>
              <a:t>‹#›</a:t>
            </a:fld>
            <a:endParaRPr lang="en-US"/>
          </a:p>
        </p:txBody>
      </p:sp>
    </p:spTree>
    <p:extLst>
      <p:ext uri="{BB962C8B-B14F-4D97-AF65-F5344CB8AC3E}">
        <p14:creationId xmlns:p14="http://schemas.microsoft.com/office/powerpoint/2010/main" val="3659376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9A4230F-6500-4161-B56D-C48CDB2EEFF5}"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36BAC1-9F78-4101-B709-D6A0C9A05B54}" type="slidenum">
              <a:rPr lang="en-US" smtClean="0"/>
              <a:t>‹#›</a:t>
            </a:fld>
            <a:endParaRPr lang="en-US"/>
          </a:p>
        </p:txBody>
      </p:sp>
    </p:spTree>
    <p:extLst>
      <p:ext uri="{BB962C8B-B14F-4D97-AF65-F5344CB8AC3E}">
        <p14:creationId xmlns:p14="http://schemas.microsoft.com/office/powerpoint/2010/main" val="42419433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9A4230F-6500-4161-B56D-C48CDB2EEFF5}"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36BAC1-9F78-4101-B709-D6A0C9A05B54}" type="slidenum">
              <a:rPr lang="en-US" smtClean="0"/>
              <a:t>‹#›</a:t>
            </a:fld>
            <a:endParaRPr lang="en-US"/>
          </a:p>
        </p:txBody>
      </p:sp>
    </p:spTree>
    <p:extLst>
      <p:ext uri="{BB962C8B-B14F-4D97-AF65-F5344CB8AC3E}">
        <p14:creationId xmlns:p14="http://schemas.microsoft.com/office/powerpoint/2010/main" val="3032105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9A4230F-6500-4161-B56D-C48CDB2EEFF5}" type="datetimeFigureOut">
              <a:rPr lang="en-US" smtClean="0"/>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36BAC1-9F78-4101-B709-D6A0C9A05B54}" type="slidenum">
              <a:rPr lang="en-US" smtClean="0"/>
              <a:t>‹#›</a:t>
            </a:fld>
            <a:endParaRPr lang="en-US"/>
          </a:p>
        </p:txBody>
      </p:sp>
    </p:spTree>
    <p:extLst>
      <p:ext uri="{BB962C8B-B14F-4D97-AF65-F5344CB8AC3E}">
        <p14:creationId xmlns:p14="http://schemas.microsoft.com/office/powerpoint/2010/main" val="9658050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9A4230F-6500-4161-B56D-C48CDB2EEFF5}" type="datetimeFigureOut">
              <a:rPr lang="en-US" smtClean="0"/>
              <a:t>1/31/2026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D36BAC1-9F78-4101-B709-D6A0C9A05B54}" type="slidenum">
              <a:rPr lang="en-US" smtClean="0"/>
              <a:t>‹#›</a:t>
            </a:fld>
            <a:endParaRPr lang="en-US"/>
          </a:p>
        </p:txBody>
      </p:sp>
    </p:spTree>
    <p:extLst>
      <p:ext uri="{BB962C8B-B14F-4D97-AF65-F5344CB8AC3E}">
        <p14:creationId xmlns:p14="http://schemas.microsoft.com/office/powerpoint/2010/main" val="1555439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9A4230F-6500-4161-B56D-C48CDB2EEFF5}" type="datetimeFigureOut">
              <a:rPr lang="en-US" smtClean="0"/>
              <a:t>1/31/2026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D36BAC1-9F78-4101-B709-D6A0C9A05B54}" type="slidenum">
              <a:rPr lang="en-US" smtClean="0"/>
              <a:t>‹#›</a:t>
            </a:fld>
            <a:endParaRPr lang="en-US"/>
          </a:p>
        </p:txBody>
      </p:sp>
    </p:spTree>
    <p:extLst>
      <p:ext uri="{BB962C8B-B14F-4D97-AF65-F5344CB8AC3E}">
        <p14:creationId xmlns:p14="http://schemas.microsoft.com/office/powerpoint/2010/main" val="2438598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9A4230F-6500-4161-B56D-C48CDB2EEFF5}" type="datetimeFigureOut">
              <a:rPr lang="en-US" smtClean="0"/>
              <a:t>1/31/2026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D36BAC1-9F78-4101-B709-D6A0C9A05B54}" type="slidenum">
              <a:rPr lang="en-US" smtClean="0"/>
              <a:t>‹#›</a:t>
            </a:fld>
            <a:endParaRPr lang="en-US"/>
          </a:p>
        </p:txBody>
      </p:sp>
    </p:spTree>
    <p:extLst>
      <p:ext uri="{BB962C8B-B14F-4D97-AF65-F5344CB8AC3E}">
        <p14:creationId xmlns:p14="http://schemas.microsoft.com/office/powerpoint/2010/main" val="5729732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9A4230F-6500-4161-B56D-C48CDB2EEFF5}" type="datetimeFigureOut">
              <a:rPr lang="en-US" smtClean="0"/>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36BAC1-9F78-4101-B709-D6A0C9A05B54}" type="slidenum">
              <a:rPr lang="en-US" smtClean="0"/>
              <a:t>‹#›</a:t>
            </a:fld>
            <a:endParaRPr lang="en-US"/>
          </a:p>
        </p:txBody>
      </p:sp>
    </p:spTree>
    <p:extLst>
      <p:ext uri="{BB962C8B-B14F-4D97-AF65-F5344CB8AC3E}">
        <p14:creationId xmlns:p14="http://schemas.microsoft.com/office/powerpoint/2010/main" val="4179656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9A4230F-6500-4161-B56D-C48CDB2EEFF5}" type="datetimeFigureOut">
              <a:rPr lang="en-US" smtClean="0"/>
              <a:t>1/31/2026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D36BAC1-9F78-4101-B709-D6A0C9A05B54}" type="slidenum">
              <a:rPr lang="en-US" smtClean="0"/>
              <a:t>‹#›</a:t>
            </a:fld>
            <a:endParaRPr lang="en-US"/>
          </a:p>
        </p:txBody>
      </p:sp>
    </p:spTree>
    <p:extLst>
      <p:ext uri="{BB962C8B-B14F-4D97-AF65-F5344CB8AC3E}">
        <p14:creationId xmlns:p14="http://schemas.microsoft.com/office/powerpoint/2010/main" val="15741130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9A4230F-6500-4161-B56D-C48CDB2EEFF5}"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36BAC1-9F78-4101-B709-D6A0C9A05B54}" type="slidenum">
              <a:rPr lang="en-US" smtClean="0"/>
              <a:t>‹#›</a:t>
            </a:fld>
            <a:endParaRPr lang="en-US"/>
          </a:p>
        </p:txBody>
      </p:sp>
    </p:spTree>
    <p:extLst>
      <p:ext uri="{BB962C8B-B14F-4D97-AF65-F5344CB8AC3E}">
        <p14:creationId xmlns:p14="http://schemas.microsoft.com/office/powerpoint/2010/main" val="26343152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9A4230F-6500-4161-B56D-C48CDB2EEFF5}" type="datetimeFigureOut">
              <a:rPr lang="en-US" smtClean="0"/>
              <a:t>1/31/2026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D36BAC1-9F78-4101-B709-D6A0C9A05B54}" type="slidenum">
              <a:rPr lang="en-US" smtClean="0"/>
              <a:t>‹#›</a:t>
            </a:fld>
            <a:endParaRPr lang="en-US"/>
          </a:p>
        </p:txBody>
      </p:sp>
    </p:spTree>
    <p:extLst>
      <p:ext uri="{BB962C8B-B14F-4D97-AF65-F5344CB8AC3E}">
        <p14:creationId xmlns:p14="http://schemas.microsoft.com/office/powerpoint/2010/main" val="913644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9A4230F-6500-4161-B56D-C48CDB2EEFF5}" type="datetimeFigureOut">
              <a:rPr lang="en-US" smtClean="0"/>
              <a:t>1/31/2026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36BAC1-9F78-4101-B709-D6A0C9A05B54}" type="slidenum">
              <a:rPr lang="en-US" smtClean="0"/>
              <a:t>‹#›</a:t>
            </a:fld>
            <a:endParaRPr lang="en-US"/>
          </a:p>
        </p:txBody>
      </p:sp>
    </p:spTree>
    <p:extLst>
      <p:ext uri="{BB962C8B-B14F-4D97-AF65-F5344CB8AC3E}">
        <p14:creationId xmlns:p14="http://schemas.microsoft.com/office/powerpoint/2010/main" val="30992772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smtClean="0"/>
              <a:t>Chavda</a:t>
            </a:r>
            <a:r>
              <a:rPr lang="en-US" dirty="0" smtClean="0"/>
              <a:t> </a:t>
            </a:r>
            <a:r>
              <a:rPr lang="en-US" dirty="0" err="1" smtClean="0"/>
              <a:t>harshil</a:t>
            </a:r>
            <a:endParaRPr lang="en-US" dirty="0"/>
          </a:p>
        </p:txBody>
      </p:sp>
      <p:sp>
        <p:nvSpPr>
          <p:cNvPr id="3" name="Subtitle 2"/>
          <p:cNvSpPr>
            <a:spLocks noGrp="1"/>
          </p:cNvSpPr>
          <p:nvPr>
            <p:ph type="subTitle" idx="1"/>
          </p:nvPr>
        </p:nvSpPr>
        <p:spPr/>
        <p:txBody>
          <a:bodyPr>
            <a:normAutofit lnSpcReduction="10000"/>
          </a:bodyPr>
          <a:lstStyle/>
          <a:p>
            <a:r>
              <a:rPr lang="en-US" dirty="0" smtClean="0"/>
              <a:t>ALA:1</a:t>
            </a:r>
          </a:p>
          <a:p>
            <a:pPr algn="l"/>
            <a:r>
              <a:rPr lang="en-US" dirty="0"/>
              <a:t>S</a:t>
            </a:r>
            <a:r>
              <a:rPr lang="en-US" dirty="0" smtClean="0"/>
              <a:t>ubject: CN</a:t>
            </a:r>
          </a:p>
          <a:p>
            <a:pPr algn="l"/>
            <a:r>
              <a:rPr lang="en-US" dirty="0" smtClean="0"/>
              <a:t>Enrollment:241105060018</a:t>
            </a:r>
          </a:p>
          <a:p>
            <a:pPr algn="l"/>
            <a:r>
              <a:rPr lang="en-US" dirty="0" smtClean="0"/>
              <a:t>Topic: Ring </a:t>
            </a:r>
            <a:r>
              <a:rPr lang="en-US" dirty="0"/>
              <a:t>T</a:t>
            </a:r>
            <a:r>
              <a:rPr lang="en-US" dirty="0" smtClean="0"/>
              <a:t>opology</a:t>
            </a:r>
            <a:endParaRPr lang="en-US" dirty="0"/>
          </a:p>
        </p:txBody>
      </p:sp>
    </p:spTree>
    <p:extLst>
      <p:ext uri="{BB962C8B-B14F-4D97-AF65-F5344CB8AC3E}">
        <p14:creationId xmlns:p14="http://schemas.microsoft.com/office/powerpoint/2010/main" val="3707109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571500" indent="-571500">
              <a:buFont typeface="Wingdings" panose="05000000000000000000" pitchFamily="2" charset="2"/>
              <a:buChar char="v"/>
            </a:pPr>
            <a:r>
              <a:rPr lang="en-US" dirty="0" smtClean="0"/>
              <a:t>Ring Topology Diagram</a:t>
            </a:r>
            <a:endParaRPr lang="en-US" dirty="0"/>
          </a:p>
        </p:txBody>
      </p:sp>
      <p:pic>
        <p:nvPicPr>
          <p:cNvPr id="1026" name="Picture 2" descr="What Is Ring Topology? Advantages and Disadvantages of Ring Topology"/>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33868" y="1853617"/>
            <a:ext cx="6867331" cy="38660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3920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571500" indent="-571500">
              <a:buFont typeface="Wingdings" panose="05000000000000000000" pitchFamily="2" charset="2"/>
              <a:buChar char="v"/>
            </a:pPr>
            <a:r>
              <a:rPr lang="en-US" dirty="0" smtClean="0"/>
              <a:t>Ring topology </a:t>
            </a:r>
            <a:endParaRPr lang="en-US" dirty="0"/>
          </a:p>
        </p:txBody>
      </p:sp>
      <p:sp>
        <p:nvSpPr>
          <p:cNvPr id="3" name="Content Placeholder 2"/>
          <p:cNvSpPr>
            <a:spLocks noGrp="1"/>
          </p:cNvSpPr>
          <p:nvPr>
            <p:ph idx="1"/>
          </p:nvPr>
        </p:nvSpPr>
        <p:spPr/>
        <p:txBody>
          <a:bodyPr/>
          <a:lstStyle/>
          <a:p>
            <a:r>
              <a:rPr lang="en-US" b="1" dirty="0" smtClean="0"/>
              <a:t>Definition</a:t>
            </a:r>
          </a:p>
          <a:p>
            <a:r>
              <a:rPr lang="en-US" sz="2400" dirty="0" smtClean="0"/>
              <a:t>Ring Topology is a type of computer network arrangement in which all devices such as computers, printers, and other network components are connected in a closed circular loop. In this topology, each device is directly connected to exactly two neighboring devices, one on each side, creating a continuous ring structure without the use of a central hub or controller.</a:t>
            </a:r>
          </a:p>
          <a:p>
            <a:r>
              <a:rPr lang="en-US" sz="2400" dirty="0" smtClean="0"/>
              <a:t>In this network arrangement, data transmission follows a fixed and orderly path. When a device sends data, the information travels from one device to the next around the ring. Each device receives the data signal, checks whether the data is intended for it, and if not, forwards it to the next connected device. This process continues until the data reaches its correct destination.</a:t>
            </a:r>
            <a:endParaRPr lang="en-US" sz="2400" dirty="0"/>
          </a:p>
        </p:txBody>
      </p:sp>
    </p:spTree>
    <p:extLst>
      <p:ext uri="{BB962C8B-B14F-4D97-AF65-F5344CB8AC3E}">
        <p14:creationId xmlns:p14="http://schemas.microsoft.com/office/powerpoint/2010/main" val="14747079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571500" indent="-571500">
              <a:buFont typeface="Wingdings" panose="05000000000000000000" pitchFamily="2" charset="2"/>
              <a:buChar char="v"/>
            </a:pPr>
            <a:r>
              <a:rPr lang="en-US" dirty="0" smtClean="0"/>
              <a:t>Key Point</a:t>
            </a:r>
            <a:endParaRPr lang="en-US" dirty="0"/>
          </a:p>
        </p:txBody>
      </p:sp>
      <p:sp>
        <p:nvSpPr>
          <p:cNvPr id="3" name="Content Placeholder 2"/>
          <p:cNvSpPr>
            <a:spLocks noGrp="1"/>
          </p:cNvSpPr>
          <p:nvPr>
            <p:ph idx="1"/>
          </p:nvPr>
        </p:nvSpPr>
        <p:spPr/>
        <p:txBody>
          <a:bodyPr>
            <a:normAutofit/>
          </a:bodyPr>
          <a:lstStyle/>
          <a:p>
            <a:r>
              <a:rPr lang="en-US" dirty="0" smtClean="0"/>
              <a:t>1. Circular Network Structure</a:t>
            </a:r>
          </a:p>
          <a:p>
            <a:r>
              <a:rPr lang="en-US" dirty="0" smtClean="0"/>
              <a:t>2. Two Neighboring Connections per Device</a:t>
            </a:r>
          </a:p>
          <a:p>
            <a:r>
              <a:rPr lang="it-IT" dirty="0" smtClean="0"/>
              <a:t>3. No Central Controlling Device</a:t>
            </a:r>
          </a:p>
          <a:p>
            <a:r>
              <a:rPr lang="en-US" dirty="0" smtClean="0"/>
              <a:t>4. Sequential Data Transmission</a:t>
            </a:r>
          </a:p>
          <a:p>
            <a:r>
              <a:rPr lang="en-US" dirty="0" smtClean="0"/>
              <a:t>5. Data Checking and Forwarding</a:t>
            </a:r>
          </a:p>
          <a:p>
            <a:r>
              <a:rPr lang="en-US" dirty="0" smtClean="0"/>
              <a:t>6. Low Chance of Data Collision</a:t>
            </a:r>
            <a:endParaRPr lang="en-US" dirty="0"/>
          </a:p>
          <a:p>
            <a:r>
              <a:rPr lang="en-US" dirty="0" smtClean="0"/>
              <a:t>7. Equal Access to Network Resources</a:t>
            </a:r>
          </a:p>
          <a:p>
            <a:r>
              <a:rPr lang="en-US" dirty="0" smtClean="0"/>
              <a:t>8. Effect of Failure in the Network</a:t>
            </a:r>
            <a:endParaRPr lang="en-US" dirty="0"/>
          </a:p>
        </p:txBody>
      </p:sp>
    </p:spTree>
    <p:extLst>
      <p:ext uri="{BB962C8B-B14F-4D97-AF65-F5344CB8AC3E}">
        <p14:creationId xmlns:p14="http://schemas.microsoft.com/office/powerpoint/2010/main" val="1621127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571500" indent="-571500">
              <a:buFont typeface="Wingdings" panose="05000000000000000000" pitchFamily="2" charset="2"/>
              <a:buChar char="v"/>
            </a:pPr>
            <a:r>
              <a:rPr lang="en-US" dirty="0" smtClean="0"/>
              <a:t>Advantages</a:t>
            </a:r>
            <a:endParaRPr lang="en-US" dirty="0"/>
          </a:p>
        </p:txBody>
      </p:sp>
      <p:sp>
        <p:nvSpPr>
          <p:cNvPr id="3" name="Content Placeholder 2"/>
          <p:cNvSpPr>
            <a:spLocks noGrp="1"/>
          </p:cNvSpPr>
          <p:nvPr>
            <p:ph idx="1"/>
          </p:nvPr>
        </p:nvSpPr>
        <p:spPr/>
        <p:txBody>
          <a:bodyPr/>
          <a:lstStyle/>
          <a:p>
            <a:r>
              <a:rPr lang="en-US" dirty="0" smtClean="0"/>
              <a:t>1. No Data Collision</a:t>
            </a:r>
            <a:endParaRPr lang="en-US" dirty="0"/>
          </a:p>
          <a:p>
            <a:r>
              <a:rPr lang="en-US" dirty="0" smtClean="0"/>
              <a:t>2. Equal Access for All Devices</a:t>
            </a:r>
          </a:p>
          <a:p>
            <a:r>
              <a:rPr lang="en-US" dirty="0" smtClean="0"/>
              <a:t>3. Organized and Predictable Data Flow</a:t>
            </a:r>
          </a:p>
          <a:p>
            <a:r>
              <a:rPr lang="en-US" dirty="0" smtClean="0"/>
              <a:t>4. Good Performance Under Heavy Load</a:t>
            </a:r>
          </a:p>
          <a:p>
            <a:r>
              <a:rPr lang="en-US" dirty="0" smtClean="0"/>
              <a:t>5. Easy to Identify Network Faults</a:t>
            </a:r>
            <a:endParaRPr lang="en-US" dirty="0"/>
          </a:p>
          <a:p>
            <a:r>
              <a:rPr lang="en-US" dirty="0" smtClean="0"/>
              <a:t>6. No Need for Central Hub</a:t>
            </a:r>
            <a:endParaRPr lang="en-US" dirty="0"/>
          </a:p>
          <a:p>
            <a:r>
              <a:rPr lang="en-US" dirty="0" smtClean="0"/>
              <a:t>7. Efficient Use of Network Resources</a:t>
            </a:r>
            <a:endParaRPr lang="en-US" dirty="0"/>
          </a:p>
        </p:txBody>
      </p:sp>
    </p:spTree>
    <p:extLst>
      <p:ext uri="{BB962C8B-B14F-4D97-AF65-F5344CB8AC3E}">
        <p14:creationId xmlns:p14="http://schemas.microsoft.com/office/powerpoint/2010/main" val="4635169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571500" indent="-571500">
              <a:buFont typeface="Wingdings" panose="05000000000000000000" pitchFamily="2" charset="2"/>
              <a:buChar char="v"/>
            </a:pPr>
            <a:r>
              <a:rPr lang="en-US" dirty="0" smtClean="0"/>
              <a:t>Disadvantages</a:t>
            </a:r>
            <a:endParaRPr lang="en-US" dirty="0"/>
          </a:p>
        </p:txBody>
      </p:sp>
      <p:sp>
        <p:nvSpPr>
          <p:cNvPr id="3" name="Content Placeholder 2"/>
          <p:cNvSpPr>
            <a:spLocks noGrp="1"/>
          </p:cNvSpPr>
          <p:nvPr>
            <p:ph idx="1"/>
          </p:nvPr>
        </p:nvSpPr>
        <p:spPr/>
        <p:txBody>
          <a:bodyPr/>
          <a:lstStyle/>
          <a:p>
            <a:r>
              <a:rPr lang="en-US" dirty="0" smtClean="0"/>
              <a:t>1. Failure of One Device Affects the Entire Network</a:t>
            </a:r>
          </a:p>
          <a:p>
            <a:r>
              <a:rPr lang="en-US" dirty="0" smtClean="0"/>
              <a:t>2. Difficult to Add or Remove Devices</a:t>
            </a:r>
          </a:p>
          <a:p>
            <a:r>
              <a:rPr lang="en-US" dirty="0" smtClean="0"/>
              <a:t>3. Slower Data Transmission Compared to Star Topology</a:t>
            </a:r>
          </a:p>
          <a:p>
            <a:r>
              <a:rPr lang="en-US" dirty="0" smtClean="0"/>
              <a:t>4. Complex Troubleshooting and Maintenance</a:t>
            </a:r>
          </a:p>
          <a:p>
            <a:r>
              <a:rPr lang="en-US" b="1" dirty="0" smtClean="0"/>
              <a:t>5. </a:t>
            </a:r>
            <a:r>
              <a:rPr lang="en-US" dirty="0" smtClean="0"/>
              <a:t>Dependency on Each Device</a:t>
            </a:r>
            <a:endParaRPr lang="en-US" dirty="0"/>
          </a:p>
          <a:p>
            <a:r>
              <a:rPr lang="en-US" dirty="0" smtClean="0"/>
              <a:t>6. Limited Scalability</a:t>
            </a:r>
          </a:p>
          <a:p>
            <a:r>
              <a:rPr lang="en-US" dirty="0" smtClean="0"/>
              <a:t>7. Outdated Technology</a:t>
            </a:r>
            <a:endParaRPr lang="en-US" dirty="0"/>
          </a:p>
        </p:txBody>
      </p:sp>
    </p:spTree>
    <p:extLst>
      <p:ext uri="{BB962C8B-B14F-4D97-AF65-F5344CB8AC3E}">
        <p14:creationId xmlns:p14="http://schemas.microsoft.com/office/powerpoint/2010/main" val="30071301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304</Words>
  <Application>Microsoft Office PowerPoint</Application>
  <PresentationFormat>Widescreen</PresentationFormat>
  <Paragraphs>35</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Wingdings</vt:lpstr>
      <vt:lpstr>Office Theme</vt:lpstr>
      <vt:lpstr>Chavda harshil</vt:lpstr>
      <vt:lpstr>Ring Topology Diagram</vt:lpstr>
      <vt:lpstr>Ring topology </vt:lpstr>
      <vt:lpstr>Key Point</vt:lpstr>
      <vt:lpstr>Advantages</vt:lpstr>
      <vt:lpstr>Disadvantages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Chavda harshil</dc:title>
  <dc:creator>DELL</dc:creator>
  <cp:lastModifiedBy>DELL</cp:lastModifiedBy>
  <cp:revision>5</cp:revision>
  <dcterms:created xsi:type="dcterms:W3CDTF">2026-01-31T18:08:45Z</dcterms:created>
  <dcterms:modified xsi:type="dcterms:W3CDTF">2026-01-31T18:53:48Z</dcterms:modified>
</cp:coreProperties>
</file>